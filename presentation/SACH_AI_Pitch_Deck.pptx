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solidFill>
              <a:srgbClr val="0A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SACH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D9488"/>
                </a:solidFill>
              </a:defRPr>
            </a:pPr>
            <a:r>
              <a:t>Smart Assistant for Checking Honesty in Financial Information</a:t>
            </a:r>
            <a:br/>
            <a:r>
              <a:t>"Suniye, Samajhiye, Sachai pe Bharosa Kijiye."</a:t>
            </a:r>
            <a:br/>
            <a:br/>
            <a:r>
              <a:t>SANGYAN Hackathon • Track E (Misinformation &amp; Content Literacy)</a:t>
            </a:r>
            <a:br/>
            <a:r>
              <a:t>Organized by SNTC, IIT (BHU) Varanasi in collaboration with SEBI and NSDL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0A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1120"/>
                </a:solidFill>
              </a:defRPr>
            </a:pPr>
            <a:r>
              <a:t>1. Problem Statement: Retail Investor Vulnerability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Unprecedented surge in retail market participation meets organized cyber deception: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Over 150 Million retail Demat accounts in India with exponential growth across Tier-2/Tier-3 cities.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Proliferation of unregulated 'VIP' Telegram channels, WhatsApp stock tip syndicates, and fake IPO allotment links.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Deceptive AI deepfakes and impersonation videos targeting unsuspecting retail investors with 300% profit promises.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Critical lack of accessible, native-language verification tools tailored for non-technical or elderly citizens.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0A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1120"/>
                </a:solidFill>
              </a:defRPr>
            </a:pPr>
            <a:r>
              <a:t>2. Target Users &amp; Core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Empowering those most exposed to financial misinformation: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First-Time Retail Investors: Vulnerable to FOMO, false guarantees, and operator penny stock pumps.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Elderly &amp; Senior Citizens: Frequently targeted by high-pressure phishing messages and account freeze threats.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Regional Language Users: Millions who communicate in Hindi, Bengali, or regional dialects with zero access to English regulatory portals.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Voice-Note Consumers: Users who receive financial advice via WhatsApp voice clips rather than formal prospectuses.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0A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1120"/>
                </a:solidFill>
              </a:defRPr>
            </a:pPr>
            <a:r>
              <a:t>3. Proposed Solution: SACH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An accessible, voice-first multilingual misinformation &amp; content literacy shield: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Voice-First Ingestion: Record via browser mic, upload audio notes (.wav/.mp3), or paste text directly.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Multilingual Support: Full UI and speech pipeline in English, Hindi (हिन्दी), and Bengali (বাংলা).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Hybrid AI &amp; NLP Rule Engine: Real-time identification of prohibited guaranteed returns and dabba trading.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Spoken Plain-Language Explanations: Translates complex regulatory principles into clear audio guidance.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Evidence-Aware Linking: Directly cross-references official SEBI SCORES, NSDL, BSE/NSE, and 1930 Helpline.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0A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1120"/>
                </a:solidFill>
              </a:defRPr>
            </a:pPr>
            <a:r>
              <a:t>4. System Architecture &amp; Workflow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End-to-end processing from spoken audio to verified evidence: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1. Audio &amp; Text Capture: Ingests audio streams with real-time waveform and duration monitoring.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2. Speech-to-Text: Robust transcription engine with language detection and editable transcript review.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3. NLP Claim Analyzer: Tokenizes sentences, extracts specific claims, tags red flag triggers, and calculates 0-100 risk score.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4. Regulatory Evidence Mapping: Cites statutory mechanisms (ASBA for IPOs, SCORES for broker grievances).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5. Text-to-Speech Output: Generates base64 voice responses (gTTS) for auditory accessibility.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0A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1120"/>
                </a:solidFill>
              </a:defRPr>
            </a:pPr>
            <a:r>
              <a:t>5. Technology Stack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Modern, robust, modular full-stack architecture: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Frontend: React.js 18 with Vite, Tailwind CSS, Lucide Icons, responsive mobile-first UI.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Backend: Python 3.12, FastAPI asynchronous framework, Pydantic validation, Uvicorn server.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AI &amp; Speech: SpeechRecognition, gTTS, modular NLP rules engine, optional OpenAI/Gemini integration.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Database &amp; Telemetry: SQLite store for non-sensitive aggregated audit logs.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Deployment: Docker &amp; Docker Compose containerization with environment variable secret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0A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1120"/>
                </a:solidFill>
              </a:defRPr>
            </a:pPr>
            <a:r>
              <a:t>6. Accessibility, Privacy &amp; Safety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Engineered for public trust and absolute user safety: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Accessibility Modes: Built-in Large Text mode (A+) and High-Contrast mode for elderly and low-vision users.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Zero Persistent Audio Retention: Audio files are processed in-memory / temporary buffers and immediately purged.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Strict Non-Advisory Guardrail: Programmed never to provide stock recommendations, buy/sell targets, or price tips.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No False Guarantees: Always emphasizes statutory market risk even on safe informational statements.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0A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1120"/>
                </a:solidFill>
              </a:defRPr>
            </a:pPr>
            <a:r>
              <a:t>7. Regulatory &amp; Official Evidence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Seamless alignment with Indian investor protection institutions: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SEBI SCORES: Direct links for lodging complaints against fraudulent brokers and unlisted advisors.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SEBI Saa₹thi: Educational guides on mutual funds and securities market fundamentals.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NSDL Depository Services: Demat credit and Consolidated Account Statement (CAS) verification.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National Cyber Crime Portal &amp; 1930 Helpline: 4-step emergency action plan to freeze defrauded funds in transit.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0A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1120"/>
                </a:solidFill>
              </a:defRPr>
            </a:pPr>
            <a:r>
              <a:t>8. Expected Impact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Protecting India's next 100 million retail investors: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Democratizing Investor Literacy: Bringing regulatory wisdom to regional language speakers across Bharat.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Proactive Fraud Prevention: Enabling instant 10-second verification before transferring funds to fraudsters.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Extensible Microservice: Designed for plug-and-play integration as a broker API or WhatsApp Bot.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0A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1120"/>
                </a:solidFill>
              </a:defRPr>
            </a:pPr>
            <a:r>
              <a:t>9. Roadmap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The path forward for investor protection technology: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Phase 1 (Completed Prototype): Multilingual web app with voice I/O, scam quiz, and evidence mapping.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Phase 2: Official WhatsApp and Telegram Bot integration for inline forward fact-checking.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Phase 3: Multimodal video deepfake detection and screenshot OCR analyzer.</a:t>
            </a:r>
          </a:p>
          <a:p>
            <a:pPr>
              <a:spcAft>
                <a:spcPts val="1400"/>
              </a:spcAft>
              <a:defRPr sz="1700">
                <a:solidFill>
                  <a:srgbClr val="0A1120"/>
                </a:solidFill>
              </a:defRPr>
            </a:pPr>
            <a:r>
              <a:t>•  Tagline: "Suniye, Samajhiye, Sachai pe Bharosa Kijiye."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